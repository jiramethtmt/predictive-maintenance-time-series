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bviewer.org/github/jiramethtmt/predictive-maintenance-time-series/blob/main/notebooks/01_eda_scania_component_x.ipynb" TargetMode="External"/><Relationship Id="rId3" Type="http://schemas.openxmlformats.org/officeDocument/2006/relationships/hyperlink" Target="https://github.com/jiramethtmt/predictive-maintenance-time-series" TargetMode="External"/><Relationship Id="rId4" Type="http://schemas.openxmlformats.org/officeDocument/2006/relationships/hyperlink" Target="https://doi.org/10.5878/jvb5-d390" TargetMode="External"/><Relationship Id="rId5" Type="http://schemas.openxmlformats.org/officeDocument/2006/relationships/hyperlink" Target="https://github.com/jiramethtmt/predictive-maintenance-time-series/blob/main/notebooks/01_eda_scania_component_x.ipynb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9692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PREDICTIVE MAINTENANCE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0B2545"/>
                </a:solidFill>
                <a:latin typeface="Calibri"/>
              </a:rPr>
              <a:t>Calling trucks in before the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4000" b="1">
                <a:solidFill>
                  <a:srgbClr val="0B2545"/>
                </a:solidFill>
                <a:latin typeface="Calibri"/>
              </a:rPr>
              <a:t>component fails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43D4A"/>
                </a:solidFill>
                <a:latin typeface="Calibri"/>
              </a:rPr>
              <a:t>A cost-optimal failure-risk model on the SCANIA Component X fleet, and what it would take to run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029200"/>
            <a:ext cx="2011680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303520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8A94A0"/>
                </a:solidFill>
                <a:latin typeface="Calibri"/>
              </a:rPr>
              <a:t>Executive summary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A94A0"/>
                </a:solidFill>
                <a:latin typeface="Calibri"/>
              </a:rPr>
              <a:t>33,000 trucks   |   IDA 2024 challenge cost matrix   |   Three-seed 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THE QUESTION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What the model is actually asked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For one truck, right now:</a:t>
            </a:r>
            <a:r>
              <a:rPr sz="1600">
                <a:solidFill>
                  <a:srgbClr val="343D4A"/>
                </a:solidFill>
                <a:latin typeface="Calibri"/>
              </a:rPr>
              <a:t>  how close is the monitored component to failure, using only the readouts that truck has already sent home.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output is an action, not a score:</a:t>
            </a:r>
            <a:r>
              <a:rPr sz="1600">
                <a:solidFill>
                  <a:srgbClr val="343D4A"/>
                </a:solidFill>
                <a:latin typeface="Calibri"/>
              </a:rPr>
              <a:t>  call this truck into the workshop, or leave it running.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Five degradation classes:</a:t>
            </a:r>
            <a:r>
              <a:rPr sz="1600">
                <a:solidFill>
                  <a:srgbClr val="343D4A"/>
                </a:solidFill>
                <a:latin typeface="Calibri"/>
              </a:rPr>
              <a:t>  class 0 is more than 48 time steps from failure, class 4 is 0 to 6 steps away.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Only 2.7% of the fleet is at risk</a:t>
            </a:r>
            <a:r>
              <a:rPr sz="1600">
                <a:solidFill>
                  <a:srgbClr val="343D4A"/>
                </a:solidFill>
                <a:latin typeface="Calibri"/>
              </a:rPr>
              <a:t>  in any scoring window. The rest are healthy and must not be disturbed.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WHY ACCURACY FAILS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The economics decide the model, not the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B5481E"/>
                </a:solidFill>
                <a:latin typeface="Calibri"/>
              </a:rPr>
              <a:t>500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Cost of missing a truck that fails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218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F7A6B"/>
                </a:solidFill>
                <a:latin typeface="Calibri"/>
              </a:rPr>
              <a:t>10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Cost of a workshop check that finds nothing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50 : 1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False alarms one real catch pays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10545775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A model scored on accuracy predicts healthy for everyone,</a:t>
            </a:r>
            <a:r>
              <a:rPr sz="1600">
                <a:solidFill>
                  <a:srgbClr val="343D4A"/>
                </a:solidFill>
                <a:latin typeface="Calibri"/>
              </a:rPr>
              <a:t>  is right 97% of the time, and saves nothing.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We minimise expected cost instead.</a:t>
            </a:r>
            <a:r>
              <a:rPr sz="1600">
                <a:solidFill>
                  <a:srgbClr val="343D4A"/>
                </a:solidFill>
                <a:latin typeface="Calibri"/>
              </a:rPr>
              <a:t>  The model emits probabilities; the decision rule picks the cheapest action under the published cost matrix.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Low precision is correct here, not broken.</a:t>
            </a:r>
            <a:r>
              <a:rPr sz="1600">
                <a:solidFill>
                  <a:srgbClr val="343D4A"/>
                </a:solidFill>
                <a:latin typeface="Calibri"/>
              </a:rPr>
              <a:t>  Optimising precision on this loss destroys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RESULT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Cost against every alternative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F7A6B"/>
                </a:solidFill>
                <a:latin typeface="Calibri"/>
              </a:rPr>
              <a:t>35,469 ± 849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Test cost, mean of three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218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29%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Cheaper than checking every truck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0.77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Share of at-risk trucks caught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931919"/>
          <a:ext cx="1054577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958"/>
                <a:gridCol w="2952817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8A94A0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 marL="128016" marR="128016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8A94A0"/>
                          </a:solidFill>
                          <a:latin typeface="Calibri"/>
                        </a:rPr>
                        <a:t>Test cost</a:t>
                      </a:r>
                    </a:p>
                  </a:txBody>
                  <a:tcPr marL="128016" marR="128016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7A6B"/>
                          </a:solidFill>
                          <a:latin typeface="Calibri"/>
                        </a:rPr>
                        <a:t>AutoGluon LightGBM, cost-optimal rule (3 seeds)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7A6B"/>
                          </a:solidFill>
                          <a:latin typeface="Calibri"/>
                        </a:rPr>
                        <a:t>35,469 ± 849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Check every truck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49,671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Act on the most likely class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56,100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Check nothing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56,100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IN OPERATIONAL TERMS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What the number buys the workshop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109 of 142 at-risk trucks are caught</a:t>
            </a:r>
            <a:r>
              <a:rPr sz="1600">
                <a:solidFill>
                  <a:srgbClr val="343D4A"/>
                </a:solidFill>
                <a:latin typeface="Calibri"/>
              </a:rPr>
              <a:t>  before the component fails, at the tuned operating point.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About 2,100 of 5,045 trucks are called in.</a:t>
            </a:r>
            <a:r>
              <a:rPr sz="1600">
                <a:solidFill>
                  <a:srgbClr val="343D4A"/>
                </a:solidFill>
                <a:latin typeface="Calibri"/>
              </a:rPr>
              <a:t>  Checking all 5,045 catches every failure and costs 40% more.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saving comes from not inspecting the other 2,900,</a:t>
            </a:r>
            <a:r>
              <a:rPr sz="1600">
                <a:solidFill>
                  <a:srgbClr val="343D4A"/>
                </a:solidFill>
                <a:latin typeface="Calibri"/>
              </a:rPr>
              <a:t>  while still reaching most of the trucks that were going to fail.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33 at-risk trucks are still missed.</a:t>
            </a:r>
            <a:r>
              <a:rPr sz="1600">
                <a:solidFill>
                  <a:srgbClr val="343D4A"/>
                </a:solidFill>
                <a:latin typeface="Calibri"/>
              </a:rPr>
              <a:t>  That residual is the honest cost of the current model, and it is where further work pays.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BENCHMARK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Against the published results on this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57400"/>
          <a:ext cx="10545775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958"/>
                <a:gridCol w="2952817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8A94A0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128016" marR="128016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8A94A0"/>
                          </a:solidFill>
                          <a:latin typeface="Calibri"/>
                        </a:rPr>
                        <a:t>Test cost</a:t>
                      </a:r>
                    </a:p>
                  </a:txBody>
                  <a:tcPr marL="128016" marR="128016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7A6B"/>
                          </a:solidFill>
                          <a:latin typeface="Calibri"/>
                        </a:rPr>
                        <a:t>This work, AutoGluon LightGBM (3 seeds)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7A6B"/>
                          </a:solidFill>
                          <a:latin typeface="Calibri"/>
                        </a:rPr>
                        <a:t>35,469 ± 849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Published CatBoost result on the same benchmark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36,724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Trivial baseline, check every truck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49,671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160520"/>
            <a:ext cx="10545775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gap is 1,255, wider than our own seed spread of 849.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Read it as level or slightly ahead, not a clear win.</a:t>
            </a:r>
            <a:r>
              <a:rPr sz="1600">
                <a:solidFill>
                  <a:srgbClr val="343D4A"/>
                </a:solidFill>
                <a:latin typeface="Calibri"/>
              </a:rPr>
              <a:t>  The published figure does not state how many runs it averages, so the two spreads are not directly comparable.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CONFIDENCE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Why this number is reportable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Three seeds, not one.</a:t>
            </a:r>
            <a:r>
              <a:rPr sz="1500">
                <a:solidFill>
                  <a:srgbClr val="343D4A"/>
                </a:solidFill>
                <a:latin typeface="Calibri"/>
              </a:rPr>
              <a:t>  A single run on this data moves by more than most of the improvements teams chase on it.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The noise floor was measured, not assumed.</a:t>
            </a:r>
            <a:r>
              <a:rPr sz="1500">
                <a:solidFill>
                  <a:srgbClr val="343D4A"/>
                </a:solidFill>
                <a:latin typeface="Calibri"/>
              </a:rPr>
              <a:t>  Single-split tuning had a seed-to-seed spread of 1,668. Pooling validation into training and tuning on out-of-fold predictions halved it to 849.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A leakage audit was run and it found something.</a:t>
            </a:r>
            <a:r>
              <a:rPr sz="1500">
                <a:solidFill>
                  <a:srgbClr val="343D4A"/>
                </a:solidFill>
                <a:latin typeface="Calibri"/>
              </a:rPr>
              <a:t>  A backward fill let a scoring point read readouts from its own future. Removing it moved the result from a flattering 35,925 to an honest 39,379, before the protocol work earned the gain back.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The test set was scored once,</a:t>
            </a:r>
            <a:r>
              <a:rPr sz="1500">
                <a:solidFill>
                  <a:srgbClr val="343D4A"/>
                </a:solidFill>
                <a:latin typeface="Calibri"/>
              </a:rPr>
              <a:t>  at the end, after every decision was fixed on training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LIMITATION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Ranking is the binding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B5481E"/>
                </a:solidFill>
                <a:latin typeface="Calibri"/>
              </a:rPr>
              <a:t>15 / 142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At-risk trucks inside the top 100 by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218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47 / 142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Inside the top 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2,100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Alarms the cost rule actually raises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10545775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cost win comes from alarming broadly, not from sharp ranking.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If the workshop can only take 100 trucks a day,</a:t>
            </a:r>
            <a:r>
              <a:rPr sz="1600">
                <a:solidFill>
                  <a:srgbClr val="343D4A"/>
                </a:solidFill>
                <a:latin typeface="Calibri"/>
              </a:rPr>
              <a:t>  this model finds roughly one in ten of the failures, not eight in ten.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Capacity-constrained rollout needs better ordering,</a:t>
            </a:r>
            <a:r>
              <a:rPr sz="1600">
                <a:solidFill>
                  <a:srgbClr val="343D4A"/>
                </a:solidFill>
                <a:latin typeface="Calibri"/>
              </a:rPr>
              <a:t>  which is the next piece of modelling work, not more threshold tuning.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RUNNING IT FOR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The loop this would sit inside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Batch scoring, not a real-time alarm.</a:t>
            </a:r>
            <a:r>
              <a:rPr sz="1500">
                <a:solidFill>
                  <a:srgbClr val="343D4A"/>
                </a:solidFill>
                <a:latin typeface="Calibri"/>
              </a:rPr>
              <a:t>  These are aggregate counters uploaded per cycle, not a live sensor stream. Trucks are rescored when new readouts arrive.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Output is a ranked work list for the planner,</a:t>
            </a:r>
            <a:r>
              <a:rPr sz="1500">
                <a:solidFill>
                  <a:srgbClr val="343D4A"/>
                </a:solidFill>
                <a:latin typeface="Calibri"/>
              </a:rPr>
              <a:t>  trimmed to what the workshop can absorb that day.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Every dispatched truck returns a label.</a:t>
            </a:r>
            <a:r>
              <a:rPr sz="1500">
                <a:solidFill>
                  <a:srgbClr val="343D4A"/>
                </a:solidFill>
                <a:latin typeface="Calibri"/>
              </a:rPr>
              <a:t>  Found or not found feeds the next training round; without that loop the model stops improving on day one.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Drift has to be watched.</a:t>
            </a:r>
            <a:r>
              <a:rPr sz="1500">
                <a:solidFill>
                  <a:srgbClr val="343D4A"/>
                </a:solidFill>
                <a:latin typeface="Calibri"/>
              </a:rPr>
              <a:t>  New vehicle configurations and new routes shift the inputs; retraining is scheduled, not incidental.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Each alert needs a reason a mechanic will accept,</a:t>
            </a:r>
            <a:r>
              <a:rPr sz="1500">
                <a:solidFill>
                  <a:srgbClr val="343D4A"/>
                </a:solidFill>
                <a:latin typeface="Calibri"/>
              </a:rPr>
              <a:t>  such as the counter that accelerated threefold over three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METHOD, IN ONE SLIDE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What kind of model this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Discrete-time survival classification on panel data.</a:t>
            </a:r>
            <a:r>
              <a:rPr sz="1500">
                <a:solidFill>
                  <a:srgbClr val="343D4A"/>
                </a:solidFill>
                <a:latin typeface="Calibri"/>
              </a:rPr>
              <a:t>  Not a sequence forecaster: the history up to a scoring point is compressed into features, and a gradient-boosted tree predicts the degradation class.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Features are rates, not levels.</a:t>
            </a:r>
            <a:r>
              <a:rPr sz="1500">
                <a:solidFill>
                  <a:srgbClr val="343D4A"/>
                </a:solidFill>
                <a:latin typeface="Calibri"/>
              </a:rPr>
              <a:t>  The counters are cumulative and never reset, so wear speed over 3, 10 and 20 readout windows carries the signal, plus acceleration, histogram drift and reporting gaps.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89% of outcomes are censored.</a:t>
            </a:r>
            <a:r>
              <a:rPr sz="1500">
                <a:solidFill>
                  <a:srgbClr val="343D4A"/>
                </a:solidFill>
                <a:latin typeface="Calibri"/>
              </a:rPr>
              <a:t>  Most trucks never failed inside the observation window, which is why a survival framing beats a plain binary classifier.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Folds are grouped by vehicle,</a:t>
            </a:r>
            <a:r>
              <a:rPr sz="1500">
                <a:solidFill>
                  <a:srgbClr val="343D4A"/>
                </a:solidFill>
                <a:latin typeface="Calibri"/>
              </a:rPr>
              <a:t>  so near-duplicate scoring points from one truck can never sit on both sides of a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GO DEEPER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The analysis behind these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45775" cy="868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03704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  <a:hlinkClick r:id="rId2"/>
              </a:rPr>
              <a:t>Open the full EDA notebook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https://nbviewer.org/github/jiramethtmt/predictive-maintenance-time-series/blob/main/notebooks/01_eda_scania_component_x.ipynb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10545775" cy="868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55264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  <a:hlinkClick r:id="rId3"/>
              </a:rPr>
              <a:t>Repository, code and reproduction steps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https://github.com/jiramethtmt/predictive-maintenance-time-series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545775" cy="868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06824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  <a:hlinkClick r:id="rId4"/>
              </a:rPr>
              <a:t>SCANIA Component X dataset, CC BY 4.0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https://doi.org/10.5878/jvb5-d390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12080"/>
            <a:ext cx="10545775" cy="868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358384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  <a:hlinkClick r:id="rId5"/>
              </a:rPr>
              <a:t>Notebook source on GitHub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https://github.com/jiramethtmt/predictive-maintenance-time-series/blob/main/notebooks/01_eda_scania_component_x.ipynb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